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utomatetheboringstuff.com/" TargetMode="External"/><Relationship Id="rId3" Type="http://schemas.openxmlformats.org/officeDocument/2006/relationships/hyperlink" Target="https://realpython.com/" TargetMode="External"/><Relationship Id="rId4" Type="http://schemas.openxmlformats.org/officeDocument/2006/relationships/hyperlink" Target="https://learngitbranching.js.org/" TargetMode="External"/><Relationship Id="rId5" Type="http://schemas.openxmlformats.org/officeDocument/2006/relationships/hyperlink" Target="https://skills.github.com/" TargetMode="External"/><Relationship Id="rId6" Type="http://schemas.openxmlformats.org/officeDocument/2006/relationships/hyperlink" Target="https://explainshell.com/" TargetMode="External"/><Relationship Id="rId7" Type="http://schemas.openxmlformats.org/officeDocument/2006/relationships/hyperlink" Target="https://missing.csail.mit.edu/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83080"/>
            <a:ext cx="10058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38528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1F2937"/>
                </a:solidFill>
                <a:latin typeface="Calibri"/>
              </a:defRPr>
            </a:pPr>
            <a:r>
              <a:t>Kids Coding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99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2563EB"/>
                </a:solidFill>
                <a:latin typeface="Calibri"/>
              </a:defRPr>
            </a:pPr>
            <a:r>
              <a:t>Python  ·  GitHub  · 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6B7280"/>
                </a:solidFill>
                <a:latin typeface="Calibri"/>
              </a:defRPr>
            </a:pPr>
            <a:r>
              <a:t>Three real skills programmers use every day — explained step by step, with code you can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98932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6B7280"/>
                </a:solidFill>
                <a:latin typeface="Calibri"/>
              </a:defRPr>
            </a:pPr>
            <a:r>
              <a:t>Beginner-friendly   ·   Hands-on   ·   Two build-along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What you'll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Bash — talk to your computer by typing commands (Levels 1 &amp; 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Python — write your first real programs (Levels 1 &amp; 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GitHub — save, version, and share your work (Levels 1 &amp; 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Two build-along projects: a Number Guessing Game and a Daily Journal CLI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7261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47261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856989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HOW TO USE THIS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Open a Terminal (Mac/Linux) or Git Bash (Windows) and code along — you learn by running things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Kids Coding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0" y="91440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0" b="1" i="0">
                <a:solidFill>
                  <a:srgbClr val="24304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61488"/>
            <a:ext cx="868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60A5FA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44368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Bash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22191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Talking to your computer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What is Bash?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Bash lets you control your computer by typing commands instead of clicking.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You type an instruction, press Enter, and the computer does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Open Terminal (Mac/Linux) or Git Bash (Windows) to try these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8361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658361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768089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WHY LEARN 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Typing commands feels slow at first, but it's faster and more powerful than clicking once you know a few.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NAVIGATING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Moving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44752"/>
          <a:ext cx="10911534" cy="2121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5845"/>
                <a:gridCol w="6001344"/>
                <a:gridCol w="3164345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pwd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Show where you are (print working directory)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pwd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ls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List files and folders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ls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Change directory (move into a folder)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cd Desktop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cd ..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Go up one folder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cd ..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cd ~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Go to your home folder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cd ~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9417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Try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68496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968496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968496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pwd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cd Desktop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Working with files &amp; folders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44752"/>
          <a:ext cx="10911533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7614"/>
                <a:gridCol w="4582844"/>
                <a:gridCol w="4801075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mkdir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Make a new folder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mkdir my-project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touch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Create an empty file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touch hello.txt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cp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Copy a file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cp hello.txt hello2.txt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mv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Move or rename a file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mv hello.txt world.txt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rm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Delete a file (careful!)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rm world.txt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cat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Show the contents of a file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cat hello.txt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Handy tips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374151"/>
                </a:solidFill>
                <a:latin typeface="Calibri"/>
              </a:rPr>
              <a:t>Press Tab to auto-complete a file or folder name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374151"/>
                </a:solidFill>
                <a:latin typeface="Calibri"/>
              </a:rPr>
              <a:t>Press Up Arrow to repeat your last command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374151"/>
                </a:solidFill>
                <a:latin typeface="Calibri"/>
              </a:rPr>
              <a:t>Type clear to clean up the screen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374151"/>
                </a:solidFill>
                <a:latin typeface="Calibri"/>
              </a:rPr>
              <a:t>Press Ctrl + C to stop a command that is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Power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Wildcards — match many files at once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Pipes — chain commands together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Redirects — save output to a file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grep, find, head, tail, sort, wc and friends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Environment variables &amp; shell scripts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Aliases — short names for long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29812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829812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939540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LEVEL UP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You've got the basics. Now let's chain commands and write real scripts.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WILDCARDS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Wildcards (patterns)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44752"/>
          <a:ext cx="10911534" cy="2121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5229"/>
                <a:gridCol w="7856305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*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Anything (any number of characters)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Exactly one character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*.txt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Every .txt file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photo?.jpg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photo1.jpg, photoA.jpg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notes_*.md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notes_monday.md, notes_july.md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694176"/>
            <a:ext cx="10911535" cy="978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694176"/>
            <a:ext cx="64008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694176"/>
            <a:ext cx="10820095" cy="97840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ls *.py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All Python files in this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rm temp_*.txt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Delete every temp_*.txt file (careful!)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cp *.jpg backup/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Copy every jpg into a folder named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PIPES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Pipes — chain commands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IDEA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The | pipe sends the output of one command straight into the next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0803"/>
            <a:ext cx="10911535" cy="978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60803"/>
            <a:ext cx="64008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60803"/>
            <a:ext cx="10820095" cy="97840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ls | wc -l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Count how many things are in this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cat poem.txt | head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First 10 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ls -la | sort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List files, then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REDIRECTS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Redirects — save output to a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ls &gt; files.txt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Write output INTO files.txt (overwrite)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ls &gt;&gt; files.txt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APPEND to files.txt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echo "Hi mom" &gt; note.txt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cat note.txt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2448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22448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932176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REMEMBER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One &gt; overwrites the file. Two &gt;&gt; appends to the end without erasing what's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Useful new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44752"/>
          <a:ext cx="10911534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82844"/>
                <a:gridCol w="632869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grep "word" file.txt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Find every line containing "word"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head -5 file.txt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First 5 lines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tail -5 file.txt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Last 5 lines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wc -l file.txt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Count lines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sort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Sort lines alphabetically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uniq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Remove duplicate adjacent lines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find . -name "*.py"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Find every .py file under here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curl https://example.com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Download a page or API response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COMBOS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Combine them with pipes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2151887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21518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2151887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How many Python files are in this project?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find . -name "*.py" | wc -l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Show every line containing TODO across every .py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grep "TODO" *.py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Top 5 most common words in a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cat poem.txt | tr ' ' '\n' | sort | uniq -c | sort -rn | head 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IDEA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Variables hold a value that any command can read back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0803"/>
            <a:ext cx="10911535" cy="238658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60803"/>
            <a:ext cx="64008" cy="23865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60803"/>
            <a:ext cx="10820095" cy="238658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export NAME="Alex"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echo "Hello, $NAME"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export AGE=10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echo "I am $AGE years old"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echo $HOME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Your home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echo $PATH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Where bash looks for commands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env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See all env vars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Your first shell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hello.sh — a text file full of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35935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3593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3593592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#!/bin/bash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The "#!/bin/bash" line tells the OS to run this with bash.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echo "What's your name?"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read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echo "Welcome, $name!"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Loop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for i in 1 2 3; 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echo "Counting: $i"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If/else (note the spaces around the brackets — they matter!)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if [ "$name" = "Alex" ]; then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echo "Cool name!"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echo "Nice to meet you."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Run it &amp; make shortcuts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Run your 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chmod +x hello.sh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Make it executable (once)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./hello.sh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Run!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080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Aliases — add to ~/.bashrc (or ~/.zshrc on a Mac)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5120"/>
            <a:ext cx="10911535" cy="978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65120"/>
            <a:ext cx="64008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865120"/>
            <a:ext cx="10820095" cy="97840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alias ll='ls -la'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alias gs='git status'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alias ..='cd ..'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08119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08119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117847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TIP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Open a new terminal and now typing ll runs ls -la. Aliases save you typing all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BASH ·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Mini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374151"/>
                </a:solidFill>
                <a:latin typeface="Calibri"/>
              </a:rPr>
              <a:t>Write a script setup.sh that: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Asks the user for a project name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Creates a folder with that name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Inside it, creates README.md containing the line  # &lt;project name&gt;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Creates an empty main.py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Lists everything in the new folder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71061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671061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780789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HINT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Stuck? You'll use read, mkdir, cd, echo with &gt;, touch, and ls — everything from this section.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Bash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0" y="91440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0" b="1" i="0">
                <a:solidFill>
                  <a:srgbClr val="24304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61488"/>
            <a:ext cx="868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60A5FA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44368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22191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Writing your first programs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What is Python?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Python is a friendly programming language.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It reads almost like English, so it's great for beginners.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Check it's installed by typing  python3 --version  in your terminal.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55112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055112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64840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GOOD NEWS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If you can read a sentence, you can read most Python. Don't be afraid to just try things.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Printing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978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97840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print("Hello, World!")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print("My name is Alex")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print(2 + 3)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5117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25496"/>
            <a:ext cx="10911535" cy="978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25496"/>
            <a:ext cx="64008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25496"/>
            <a:ext cx="10820095" cy="97840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Hello, World!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My name is Alex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Variables — storing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IDEA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A variable is like a labeled box that holds a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0803"/>
            <a:ext cx="10911535" cy="19171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60803"/>
            <a:ext cx="64008" cy="19171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60803"/>
            <a:ext cx="10820095" cy="1917192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name = "Alex"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age =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favorite_number = 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print(age)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print(favorite_number)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Data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27889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2788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278892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Text (called a "string")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greeting = "Hello!"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Whole number (called an "integer")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apples =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Decimal number (called a "float")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price = 1.99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True or False (called a "boolean")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is_sunny =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is_raining =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98264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398264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507992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COMMENTS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Lines that start with # are comments — Python ignores them. They are notes for humans!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Math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6824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16824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1682496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print(5 + 3)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Addition       -&gt;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print(10 - 4)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Subtraction    -&gt; 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print(3 * 4)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Multiplication -&gt; 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print(15 / 3)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Division       -&gt; 5.0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print(10 % 3)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Remainder      -&gt;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print(2 ** 8)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Power (2^8)    -&gt; 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Getting input from the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name = input("What is your name? 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print("Nice to meet you, " + name + "!")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3056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53056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62784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GOTCHA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input() always gives you text. To do math on it, convert first with int(...) or float(...).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If / else — making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6824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16824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1682496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age = int(input("How old are you? 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if age &gt;= 13: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print("You can watch PG-13 movies!")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else: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print("Maybe wait a few more years.")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55264"/>
            <a:ext cx="10911535" cy="262127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55264"/>
            <a:ext cx="64008" cy="262127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55264"/>
            <a:ext cx="10820095" cy="2621279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score = 85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if score &gt;= 90: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print("A - Excellent!")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elif score &gt;= 80: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print("B - Great job!")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elif score &gt;= 70: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print("C - Good effort!")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else: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print("Keep practicing!")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Loops — repeating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for i in range(5):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repeat a set number of times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print("Count:", 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1648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90800"/>
            <a:ext cx="10911535" cy="1447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90800"/>
            <a:ext cx="64008" cy="1447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590800"/>
            <a:ext cx="10820095" cy="14478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Count: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Count: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Count: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Count: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Count: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6616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6616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166616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count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while count &lt; 3: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repeat until something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print("Hello!")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count = count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Lists — groups of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9171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19171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1917192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fruits = ["apple", "banana", "cherry"]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print(fruits[0])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apple (counting starts at 0!)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print(fruits[1])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banana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fruits.append("mango")   # Add to the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print(len(fruits))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How many items? -&gt;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996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Loop through a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64280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64280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764280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colors = ["red", "green", "blue"]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for color in colors: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print("I like", color)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Functions — reusable blocks of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16824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16824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1682496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def greet(name):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print("Hello, " + name + "!")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greet("Alex")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greet("Sam")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greet("Jordan")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5526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A function that gives back a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9584"/>
            <a:ext cx="10911535" cy="1447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29584"/>
            <a:ext cx="64008" cy="1447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529584"/>
            <a:ext cx="10820095" cy="14478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def add(a, b):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return a + 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result = add(3, 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print(result)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Mini project: Number Guessing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262127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262127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2621279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secret = 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guess = int(input("Guess a number between 1 and 10: 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if guess == secret: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print("You got it! Amazing!")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elif guess &lt; secret: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print("Too low! Try again.")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else: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print("Too high! Try again.")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30623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30623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340351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WHAT IT USES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This one program uses variables, input(), int(), and if / elif / else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Build real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f-strings, string methods, dictionaries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List comprehensions — build lists fast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Reading &amp; writing files, and JSON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Modules (random, datetime, math) and pip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Handling errors with try / except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Classes — your own blueprints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29812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829812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939540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LEVEL UP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You can print, loop, and use lists. Now you can start building real things.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f-strings — a better way to 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41757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41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41757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name = "Alex"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age =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Old 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print("Hello, " + name + "! You are " + str(age))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f-string way (way nicer)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print(f"Hello, {name}! You are {age}")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You can do math inside the braces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print(f"In 5 years you'll be {age + 5}")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Format numbers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price = 3.14159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print(f"Pi is roughly {price:.2f}")    # 3.14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Useful string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238658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23865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238658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text = "  Hello World  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print(text.upper())        # "  HELLO WORLD  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print(text.strip())        # "Hello World"  (no edge spaces)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print(text.replace("World", "Python"))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print(text.split())        # ["Hello", "World"]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print("a,b,c".split(","))  # ["a", "b", "c"]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print(",".join(["a", "b", "c"]))   # "a,b,c"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print("hello".startswith("he"))    #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Dictionaries — lookups by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IDEA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A dictionary maps a key to a value, like a real dictionary maps words to definitions.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0198"/>
            <a:ext cx="10911535" cy="27889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0198"/>
            <a:ext cx="64008" cy="2788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600198"/>
            <a:ext cx="10820095" cy="278892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ages = {"Alex": 10, "Sam": 12, "Jordan": 9}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print(ages["Alex"])       #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ages["Robin"] = 11        # add or change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for name, age in ages.items():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print(f"{name} is {age}")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if "Alex" in ages:        # check a key exists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print("Alex is here!")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print(ages.get("Pat", "unknown"))   # safe get -&gt; "unknown"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List comprehensions — build lists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22478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2247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22478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Long way: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squares = []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for n in range(10):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squares.append(n * 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List-comprehension way: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squares = [n * n for n in range(10)]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[0, 1, 4, 9, 16, 25, 36, 49, 64, 81]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With a filter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evens = [n for n in range(20) if n % 2 == 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Transform a list of strings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names = ["alex", "SAM", " Jordan "]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clean = [n.strip().title() for n in names]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['Alex', 'Sam', 'Jordan']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Working with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40918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4091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40918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Write to a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with open("notes.txt", "w")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f.write("My first note\n")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f.write("My second note\n")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Read it all 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with open("notes.txt", "r")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print(f.read())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Read line by 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with open("notes.txt", "r")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for line in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print("LINE:", line.strip())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onsolas"/>
              </a:rPr>
              <a:t># Append (don't overwrite)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with open("notes.txt", "a")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f.write("A new note\n")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18532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018532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128260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BEST PRACTICE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The with block automatically closes the file when you're done. Always use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Modules — borrowing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41757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41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41757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import random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print(random.randint(1, 100))               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Random number 1-100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print(random.choice(["pizza", "burger"]))     # Random pick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random.shuffle([1, 2, 3, 4, 5])             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Mix up a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import datetime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today = datetime.date.today()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print(today)                                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2026-06-02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print(f"It's the year {today.year}")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import math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print(math.pi)      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3.14159...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print(math.sqrt(64))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8.0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print(math.floor(4.9))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print(math.ceil(4.1))   </a:t>
            </a:r>
            <a:r>
              <a:rPr sz="1250" b="0" i="1">
                <a:solidFill>
                  <a:srgbClr val="7A828E"/>
                </a:solidFill>
                <a:latin typeface="Consolas"/>
              </a:rPr>
              <a:t>#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Handling errors with try / except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What if the user types garbage?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1447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1447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14478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try: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age = int(input("How old are you? 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print(f"You are {age}.")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except ValueError: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print("That wasn't a number. Try again next time.")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4888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Catch different errors separately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9208"/>
            <a:ext cx="10911535" cy="19171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569208"/>
            <a:ext cx="64008" cy="19171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569208"/>
            <a:ext cx="10820095" cy="1917192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try: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with open("missing.txt")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    data = f.read()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except FileNotFoundError: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print("That file doesn't exist.")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except PermissionError: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   print("Not allowed to open that file.")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Classes — your own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962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962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9624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class Pet: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def __init__(self, name, species):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self.name =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self.species = species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self.hunger =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def feed(self):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self.hunger = max(0, self.hunger - 3)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print(f"{self.name} was fed. Hunger: {self.hunger}")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def play(self):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self.hunger +=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print(f"{self.name} loves playing!")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def __str__(self):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       return f"&lt;{self.species} named {self.name}, hunger {self.hunger}&gt;"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fido = Pet("Fido", "dog")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fido.feed()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827"/>
                </a:solidFill>
                <a:latin typeface="Consolas"/>
              </a:rPr>
              <a:t>fido.play()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JSON — save structured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299846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299846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2998469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import json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high_scores = {"Alex": 1200, "Sam": 950, "Jordan": 1500}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Save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with open("scores.json", "w")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json.dump(high_scores, f, indent=2)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Load later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with open("scores.json", "r")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loaded = json.load(f)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print(loaded["Jordan"])    # 1500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07814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7814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717542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WHY JSON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JSON looks just like Python dicts and lists, but it's a text format any language can read.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Installing libraries with pip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Install a free library from the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50901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509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509016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pip install requests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6104"/>
            <a:ext cx="10911535" cy="16824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56104"/>
            <a:ext cx="64008" cy="16824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56104"/>
            <a:ext cx="10820095" cy="1682496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import requests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response = requests.get("https://api.github.com/users/octocat")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data = response.json()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print(data["name"])           # The Octocat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print(data["public_repos"])   # How many public repos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3192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3192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312920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PRO TIP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Make a virtual environment per project so libraries don't clash:  python -m venv venv  then activate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Mini project: Quiz Game  (1 /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96239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96239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962399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import json, random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from pathlib import Path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QUESTIONS = [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{"q": "What is 7 x 8?", "a": "56"},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{"q": "Capital of France?", "a": "Paris"},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{"q": "How many sides does a hexagon have?", "a": "6"},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{"q": "Mix blue and yellow — what color?", "a": "green"},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{"q": "What planet is the Red Planet?", "a": "Mars"},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SCORE_FILE = Path("scores.json")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load_scores() -&gt; dict: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if SCORE_FILE.exists():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with open(SCORE_FILE)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    return json.load(f)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return {}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save_scores(scores: dict)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with open(SCORE_FILE, "w")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json.dump(scores, f, indent=2)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PYTHON · 2.21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Mini project: Quiz Game  (2 /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Uses everything from Level 2 — f-strings, dicts, file I/O, JSON, random, type hints, pathlib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463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463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463296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play()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name = input("What is your name? ").strip()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questions = QUESTIONS.copy()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random.shuffle(questions)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score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for item in questions: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answer = input(item["q"] + " ").strip().lower()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if answer == item["a"].lower():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    print("Correct!"); score +=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else: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    print(f"Not quite. Answer: {item['a']}.")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print(f"\n{name}, final score: {score}/{len(questions)}")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scores = load_scores()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if score &gt; scores.get(name, 0):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scores[name] = score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save_scores(scores)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print("New personal best — saved!")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print("\nLeaderboard:")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for player, best in sorted(scores.items(), key=lambda kv: -kv[1]):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print(f"  {player}: {best}")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play()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Python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0" y="91440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0" b="1" i="0">
                <a:solidFill>
                  <a:srgbClr val="24304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61488"/>
            <a:ext cx="868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60A5FA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44368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22191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Saving and sharing your work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What is GitHub?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BIG IDEA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GitHub is a magical save system for code: it remembers every change, and lets you share your work.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600198"/>
          <a:ext cx="1091153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5229"/>
                <a:gridCol w="7856305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374151"/>
                          </a:solidFill>
                          <a:latin typeface="Calibri"/>
                        </a:rPr>
                        <a:t>Repository (repo)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A folder that GitHub keeps track of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374151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A saved snapshot of your work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374151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A separate copy to try new ideas safely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374151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Send your changes to GitHub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374151"/>
                          </a:solidFill>
                          <a:latin typeface="Calibri"/>
                        </a:rPr>
                        <a:t>Pull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Get the latest changes from GitHub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374151"/>
                          </a:solidFill>
                          <a:latin typeface="Calibri"/>
                        </a:rPr>
                        <a:t>Clone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Download a copy of a repo to your computer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First-time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config --global user.name "Your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config --global user.email "your@email.com"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3056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53056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62784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ONCE ONLY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You only need to run these two commands once on a new computer.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Starting a new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41757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41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41757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1. Create a folder and go inside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mkdir my-cool-project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cd my-cool-project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2. Tell Git to start tracking this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git init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3. Create a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touch hello.py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4. Stage your file ("I want to save this")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git add hello.py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5. Commit (save a snapshot with a message)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git commit -m "My first commit!"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The everyday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THE LOOP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Write code   →   git add   →   git commit   →   git push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0803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60803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60803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status         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See what changed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add .          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Stage all changed files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commit -m "Added a feature" # Save a snapshot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push           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Send to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Connecting to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Go to github.com and create a free account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Click New Repository and give it a name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Copy the commands GitHub shows you and paste them in your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21661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21661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621661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remote add origin https://github.com/yourname/my-cool-project.git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push -u origin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3.5 –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Cloning &amp; checking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Download someone else's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clone https://github.com/someone/their-project.git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cd their-project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080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Checking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5120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65120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865120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log 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See all your commits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log --oneline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See a shorter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Common Git commands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44752"/>
          <a:ext cx="10911534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82844"/>
                <a:gridCol w="632869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init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Start tracking a folder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status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See what has changed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add 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Stage all changes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commit -m "message"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Save a snapshot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push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Upload to GitHub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pull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Download latest changes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clone &lt;url&gt;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Copy a repo to your computer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11827"/>
                          </a:solidFill>
                          <a:latin typeface="Consolas"/>
                        </a:rPr>
                        <a:t>git log --oneline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</a:rPr>
                        <a:t>See commit history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Work like a developer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Branches — try new ideas safely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.gitignore — files Git should skip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git diff — see exactly what changed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Undoing things safely (restore, revert, amend)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Merge conflicts &amp; pull requests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374151"/>
                </a:solidFill>
                <a:latin typeface="Calibri"/>
              </a:rPr>
              <a:t>README, Issues, and forking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29812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829812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939540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LEVEL UP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Time to work the way real developers do, every single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Branches — try ideas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262127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262127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2621279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checkout -b new-feature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create + switch to a branch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branch       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list branches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echo "experimental code" &gt;&gt; game.py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add game.py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commit -m "Try a new idea"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checkout main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switch 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merge new-feature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merge your work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branch -d new-feature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delete it when 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30623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30623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340351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ALSO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Newer Git also has git switch:  git switch -c new-feature  creates and switches in one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.gitignore — files Git should ignore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.gitignore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341757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341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341757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Personal config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.env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secrets.txt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Python junk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__pycache__/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*.pyc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OS junk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.DS_Store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Thumbs.db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828E"/>
                </a:solidFill>
                <a:latin typeface="Consolas"/>
              </a:rPr>
              <a:t># Editor stuff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.vscode/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.idea/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1233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301233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410962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Never commit passwords, junk, or compiled outputs. Listed files vanish from git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3.10 – 3.11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git diff &amp; undoing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What changed?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978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978408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diff               # changes you haven't staged yet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diff --staged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staged but not committed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diff main feature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compare two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Undoing things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99816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99816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099816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restore my-file.py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discard unstaged changes (careful!)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restore --staged my-file.py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unstage, keep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commit --amend --no-edit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add to the last commit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revert HEAD                 </a:t>
            </a:r>
            <a:r>
              <a:rPr sz="1400" b="0" i="1">
                <a:solidFill>
                  <a:srgbClr val="7A828E"/>
                </a:solidFill>
                <a:latin typeface="Consolas"/>
              </a:rPr>
              <a:t># safely undo the last commit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77512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77512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587240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RULE OF THUMB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Prefer git revert over git reset --hard. Revert keeps history honest; reset throws work away.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Merge conflicts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WHAT IS 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A conflict happens when two people changed the same line and Git can't choose for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0198"/>
            <a:ext cx="10911535" cy="1447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0198"/>
            <a:ext cx="64008" cy="1447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600198"/>
            <a:ext cx="10820095" cy="14478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&lt;&lt;&lt;&lt;&lt;&lt;&lt; 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print("Hello from main")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=======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print("Hello from feature branch")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&gt;&gt;&gt;&gt;&gt;&gt;&gt;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48581"/>
            <a:ext cx="10911535" cy="220649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74151"/>
                </a:solidFill>
                <a:latin typeface="Calibri"/>
              </a:rPr>
              <a:t>Open the file, pick one version (or combine them)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74151"/>
                </a:solidFill>
                <a:latin typeface="Calibri"/>
              </a:rPr>
              <a:t>Delete the &lt;&lt;&lt;&lt;&lt;&lt;&lt;, =======, and &gt;&gt;&gt;&gt;&gt;&gt;&gt; markers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374151"/>
                </a:solidFill>
                <a:latin typeface="Calibri"/>
              </a:rPr>
              <a:t>git add the file, then git commit to finish the 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Pull requests — sharing work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Push your branch:  git push -u origin new-feature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On GitHub, click the "Compare &amp; pull request" button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Write a clear title and description: what does this PR do, and why?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Click "Create pull request"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A reviewer leaves comments, then clicks Merge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75787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375787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485515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IDEA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A pull request (PR) is how you propose changes — even to your own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README.md — tell people what it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README.md (written in Markdown)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299846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299846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2998469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# My Cool Game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A number guessing game I made while learning Python.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## How to play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1. Run `python game.py`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2. Guess a number from 1 to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3. Try to get it in 3 tries!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## What I learned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- Using input() and int()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- if / elif /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- Loops with while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82134"/>
            <a:ext cx="10911535" cy="751459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882134"/>
            <a:ext cx="64008" cy="7514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991862"/>
            <a:ext cx="10527487" cy="568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ALWAYS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Every good repo has a README.md at its root. It's the first thing people 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3.15 – 3.16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Issues &amp; forking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374151"/>
                </a:solidFill>
                <a:latin typeface="Calibri"/>
              </a:rPr>
              <a:t>Issues — your project's TODO list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New Issue → short summary as title ("Add a play-again option")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Add details in the description; close it when done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374151"/>
                </a:solidFill>
                <a:latin typeface="Calibri"/>
              </a:rPr>
              <a:t>Forking — building on someone else's project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Click Fork → you get your own copy of the repo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Clone it, make changes, commit, push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Open a pull request back to the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GITHUB · 3.17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Updated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44752"/>
          <a:ext cx="10911535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4614"/>
                <a:gridCol w="6546921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109728" marR="91440" marT="36576" marB="36576"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checkout -b name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Create and switch to a new branch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switch name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Switch to an existing branch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branch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List branches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merge name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Merge a branch into the current one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diff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See unstaged changes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restore file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Discard local changes to a file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revert HEAD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Undo the last commit safely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commit --amend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Edit the last commit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push -u origin branch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Push a new branch to GitHub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11827"/>
                          </a:solidFill>
                          <a:latin typeface="Consolas"/>
                        </a:rPr>
                        <a:t>git fetch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</a:rPr>
                        <a:t>Pull updates without merging</a:t>
                      </a:r>
                    </a:p>
                  </a:txBody>
                  <a:tcPr anchor="ctr" marL="109728" marR="9144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GitHub · 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Putting it all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Create a folder called guessing-game, go inside, run git init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Create game.py and paste the guessing game (section 2.10)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Stage and commit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Create a repo on GitHub and push it up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374151"/>
                </a:solidFill>
                <a:latin typeface="Calibri"/>
              </a:rPr>
              <a:t>Share the link with a friend!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39211"/>
            <a:ext cx="10911535" cy="74371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339211"/>
            <a:ext cx="64008" cy="74371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339211"/>
            <a:ext cx="10820095" cy="743711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add game.py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commit -m "Add guessing game"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Your first real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0" y="91440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0" b="1" i="0">
                <a:solidFill>
                  <a:srgbClr val="24304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61488"/>
            <a:ext cx="868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60A5FA"/>
                </a:solidFill>
                <a:latin typeface="Calibri"/>
              </a:defRPr>
            </a:pPr>
            <a:r>
              <a:t>BIGGER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44368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Daily Journal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22191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Build something real with everything from Level 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A Daily Journal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Run it any day to write a short journal entry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Saves each entry to disk (as JSON)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Lists your most recent entries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374151"/>
                </a:solidFill>
                <a:latin typeface="Calibri"/>
              </a:rPr>
              <a:t>Searches past entries by keyword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44012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144012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253740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WHAT IT IS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A command-line tool that uses classes, files, JSON, dates, and list comprehensions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STEP 1 –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Set up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Step 1 — create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mkdir my-journal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cd my-journal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init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touch journal.py README.md .gitignore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019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Step 2 — .gitignore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4512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34512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334512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__pycache__/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*.pyc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.DS_Store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entries.json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12208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712208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821936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WHY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We ignore entries.json because it's your personal data — no need to push it to GitHub.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journal.py — data model  (1 /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463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463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463296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import json, datetime, sys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from pathlib import Path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JOURNAL_FILE = Path("entries.json")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class Entry: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def __init__(self, text: str, when: str | None = None):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self.text = 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self.when = when or datetime.datetime.now().isoformat()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def to_dict(self) -&gt; dict: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return {"text": self.text, "when": self.when}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@property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def date(self) -&gt; str: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return self.when.split("T")[0]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load_entries() -&gt; list[Entry]: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if JOURNAL_FILE.exists():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with open(JOURNAL_FILE)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    return [Entry(d["text"], d["when"]) for d in json.load(f)]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return []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save_entries(entries: list[Entry])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with open(JOURNAL_FILE, "w") as f: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json.dump([e.to_dict() for e in entries], f, indent=2)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journal.py — actions  (2 /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4297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429768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add_entry()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text = input("What happened today? ").strip()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if not text: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print("Empty entry, skipping.")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return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entries = load_entries()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entries.append(Entry(text))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save_entries(entries)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print(f"Saved. You have {len(entries)} entries now.")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list_entries()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entries = load_entries()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if not entries: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print("No entries yet. Write your first one!")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return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for e in entries[-10:]: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print(f"[{e.date}] {e.text}")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def search_entries()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word = input("Search for: ").strip().lower()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matches = [e for e in load_entries() if word in e.text.lower()]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print(f"Found {len(matches)} entries:")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for e in matches: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827"/>
                </a:solidFill>
                <a:latin typeface="Consolas"/>
              </a:rPr>
              <a:t>        print(f"  [{e.date}] {e.text}")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journal.py — menu  (3 /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10911535" cy="341757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64008" cy="341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0820095" cy="341757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def main() -&gt;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print("Daily Journal")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print("  1) Add an entry")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print("  2) List recent entries")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print("  3) Search")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choice = input("Pick (1/2/3): ").strip()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actions = {"1": add_entry, "2": list_entries, "3": search_entries}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action = actions.get(choice)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if action is None: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    print("Unknown choice.")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    sys.exit(1)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action()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if __name__ == "__main__":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Consolas"/>
              </a:rPr>
              <a:t>    main()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6914"/>
            <a:ext cx="10911535" cy="990854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026914"/>
            <a:ext cx="64008" cy="99085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136642"/>
            <a:ext cx="10527487" cy="807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2563EB"/>
                </a:solidFill>
                <a:latin typeface="Calibri"/>
              </a:defRPr>
            </a:pPr>
            <a:r>
              <a:t>PYTHON IDIOM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50" b="0" i="0">
                <a:solidFill>
                  <a:srgbClr val="374151"/>
                </a:solidFill>
                <a:latin typeface="Calibri"/>
              </a:defRPr>
            </a:pPr>
            <a:r>
              <a:t>if __name__ == "__main__": means "only run this when the file is executed directly, not imported."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STEP 4 –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Test it, document it, ship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Step 4 — test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12131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12131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1213104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python journal.py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Pick 1, add some entries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Pick 2 to see them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Pick 3 to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019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Step 6 — put it on GitHub (after writing a README)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4512"/>
            <a:ext cx="10911535" cy="1447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34512"/>
            <a:ext cx="64008" cy="1447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334512"/>
            <a:ext cx="10820095" cy="14478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add journal.py README.md .gitignore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commit -m "First version of the journal"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remote add origin https://github.com/yourname/my-journal.git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push -u origin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JOURNAL · STEP 7 –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Branch, PR &amp; make it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Step 7 — add a feature on a branch, then open a PR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10911535" cy="1447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1447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10820095" cy="1447800"/>
          </a:xfrm>
          <a:prstGeom prst="rect">
            <a:avLst/>
          </a:prstGeom>
          <a:noFill/>
        </p:spPr>
        <p:txBody>
          <a:bodyPr wrap="square" anchor="t" lIns="164592" tIns="118872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checkout -b edit-feature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28E"/>
                </a:solidFill>
                <a:latin typeface="Consolas"/>
              </a:rPr>
              <a:t># ... write new code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add journal.py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commit -m "Add edit feature"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Consolas"/>
              </a:rPr>
              <a:t>git push -u origin edit-feature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67456"/>
            <a:ext cx="10911535" cy="3087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74151"/>
                </a:solidFill>
                <a:latin typeface="Calibri"/>
              </a:rPr>
              <a:t>Step 8 — pick a challenge: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Add a  --quick "&lt;text&gt;"  mode that skips the menu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Sort search results by date (newest or oldest first)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Add tags like #school, #football and search by tag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Replace input() with argparse for command-line 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Project · Daily Journal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2563EB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F2937"/>
                </a:solidFill>
                <a:latin typeface="Calibri"/>
              </a:defRPr>
            </a:pPr>
            <a:r>
              <a:t>Keep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11535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75588"/>
            <a:ext cx="685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74151"/>
                </a:solidFill>
                <a:latin typeface="Calibri"/>
              </a:rPr>
              <a:t>Python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  <a:hlinkClick r:id="rId2"/>
              </a:rPr>
              <a:t>Automate the Boring Stuff with Python — free online book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  <a:hlinkClick r:id="rId3"/>
              </a:rPr>
              <a:t>Real Python — hundreds of searchable tutorials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74151"/>
                </a:solidFill>
                <a:latin typeface="Calibri"/>
              </a:rPr>
              <a:t>GitHub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  <a:hlinkClick r:id="rId4"/>
              </a:rPr>
              <a:t>Learn Git Branching — interactive branching game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  <a:hlinkClick r:id="rId5"/>
              </a:rPr>
              <a:t>GitHub Skills — hands-on courses inside GitHub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74151"/>
                </a:solidFill>
                <a:latin typeface="Calibri"/>
              </a:rPr>
              <a:t>Bash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  <a:hlinkClick r:id="rId6"/>
              </a:rPr>
              <a:t>explainshell.com — paste a command, see every flag explained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    –  </a:t>
            </a:r>
            <a:r>
              <a:rPr sz="1300" b="0" i="0">
                <a:solidFill>
                  <a:srgbClr val="6B7280"/>
                </a:solidFill>
                <a:latin typeface="Calibri"/>
                <a:hlinkClick r:id="rId7"/>
              </a:rPr>
              <a:t>The Missing Semester (MIT) — the dev tools nobody teaches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6380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Keep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868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Every programmer was a beginner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94A3B8"/>
                </a:solidFill>
                <a:latin typeface="Calibri"/>
              </a:defRPr>
            </a:pPr>
            <a:r>
              <a:t>Keep experimenting, read other people's code, and build things you actually want to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60A5FA"/>
                </a:solidFill>
                <a:latin typeface="Calibri"/>
              </a:defRPr>
            </a:pPr>
            <a:r>
              <a:t>Happy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